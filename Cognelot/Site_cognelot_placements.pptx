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FCD82C-DA8C-417F-9109-4A70186F168B}" v="2" dt="2025-12-13T10:02:01.2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DREUX Christophe" userId="25fb9e8f-a08b-443b-847d-7235dba123a2" providerId="ADAL" clId="{A876608C-F1AE-422C-926A-D547A3E0AF9F}"/>
    <pc:docChg chg="modSld">
      <pc:chgData name="LEDREUX Christophe" userId="25fb9e8f-a08b-443b-847d-7235dba123a2" providerId="ADAL" clId="{A876608C-F1AE-422C-926A-D547A3E0AF9F}" dt="2025-12-13T10:03:38.710" v="17" actId="1076"/>
      <pc:docMkLst>
        <pc:docMk/>
      </pc:docMkLst>
      <pc:sldChg chg="addSp modSp mod">
        <pc:chgData name="LEDREUX Christophe" userId="25fb9e8f-a08b-443b-847d-7235dba123a2" providerId="ADAL" clId="{A876608C-F1AE-422C-926A-D547A3E0AF9F}" dt="2025-12-13T10:03:38.710" v="17" actId="1076"/>
        <pc:sldMkLst>
          <pc:docMk/>
          <pc:sldMk cId="3497950764" sldId="256"/>
        </pc:sldMkLst>
        <pc:spChg chg="mod">
          <ac:chgData name="LEDREUX Christophe" userId="25fb9e8f-a08b-443b-847d-7235dba123a2" providerId="ADAL" clId="{A876608C-F1AE-422C-926A-D547A3E0AF9F}" dt="2025-12-13T09:48:26.513" v="0" actId="1076"/>
          <ac:spMkLst>
            <pc:docMk/>
            <pc:sldMk cId="3497950764" sldId="256"/>
            <ac:spMk id="13" creationId="{E960B631-0E10-D74B-67D0-D9E8D81CF27A}"/>
          </ac:spMkLst>
        </pc:spChg>
        <pc:spChg chg="add mod">
          <ac:chgData name="LEDREUX Christophe" userId="25fb9e8f-a08b-443b-847d-7235dba123a2" providerId="ADAL" clId="{A876608C-F1AE-422C-926A-D547A3E0AF9F}" dt="2025-12-13T09:51:05.975" v="5" actId="20577"/>
          <ac:spMkLst>
            <pc:docMk/>
            <pc:sldMk cId="3497950764" sldId="256"/>
            <ac:spMk id="14" creationId="{0A3A96C5-40FF-FCCE-31D2-B38C2DF6AC70}"/>
          </ac:spMkLst>
        </pc:spChg>
        <pc:spChg chg="add mod">
          <ac:chgData name="LEDREUX Christophe" userId="25fb9e8f-a08b-443b-847d-7235dba123a2" providerId="ADAL" clId="{A876608C-F1AE-422C-926A-D547A3E0AF9F}" dt="2025-12-13T10:03:38.710" v="17" actId="1076"/>
          <ac:spMkLst>
            <pc:docMk/>
            <pc:sldMk cId="3497950764" sldId="256"/>
            <ac:spMk id="15" creationId="{8E96A36D-1906-81E1-B583-C261DB3774A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D76457-9DF4-C198-7439-CB337E0E2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BBAE60B-EBF4-6DAE-9F63-FB60D95C6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10828F-D4B8-7C39-0A83-CB6611B5D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51181-DE9D-4677-8585-061833613FD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9BC1CE-53EC-6A50-E6D8-CD667BC40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32D68F-8108-C55C-CFB7-B6C3B123F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B093-8E7D-4A55-9128-3CDA776608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5258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DBB880-4728-CD7D-9C34-5B2B9BC62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3B103B-E634-5D58-9638-B84D04DD1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0C5BF7-452C-CC52-6277-921B95778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51181-DE9D-4677-8585-061833613FD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50D5B7-9C27-2672-139F-0445E3B7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24745C-115F-D5D8-7C67-29D50A5D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B093-8E7D-4A55-9128-3CDA776608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0832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6DDB56-C3EB-A30B-76F4-6411A95BF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86E240-0FA7-93DB-BF22-BD83C08A9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627D12-9F71-0A0A-6614-DF658AA2E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51181-DE9D-4677-8585-061833613FD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10ADF0-8FA3-54CF-AD4E-50742A1AA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1343A8-12A9-5F67-4990-15D43B8F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B093-8E7D-4A55-9128-3CDA776608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7993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AD033C-1EC8-EF2C-AA1F-EE6F24193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A98C81-CE13-0A45-46C5-DFBD7755A0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D796D0-98FE-4BC2-3178-727FF4913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258CAF-4505-9C02-7B32-4C2533DA0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51181-DE9D-4677-8585-061833613FD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651956-70C5-54F2-CF4C-DA4028B63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F2E2DB-4A48-AF7F-C0DC-967BCD65F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B093-8E7D-4A55-9128-3CDA776608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108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2A8B97-2BDA-23F2-383F-F823365D5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092966-71F0-6598-5099-7337A5E41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733185-567D-7EC8-7913-6873473DA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B9268DE-945B-B316-3D07-03973A7376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1BA003F-C109-672D-1656-1C4347EEFF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655A24C-742D-E5B0-B5FA-8CB15477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51181-DE9D-4677-8585-061833613FD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E0B7212-8007-E958-242C-9AAC17E7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D1CC19A-BA80-6AE8-B8B1-707156AB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B093-8E7D-4A55-9128-3CDA776608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8783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266C88-96C7-A06B-6FB7-00B72C098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28EDFC6-13E4-E9BF-300C-0115E8CD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51181-DE9D-4677-8585-061833613FD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B2B25B0-2501-C5B4-576F-B734D9F2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31C176-7B41-A3CC-B2D1-197F2B12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B093-8E7D-4A55-9128-3CDA776608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057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B28F3AF-480A-457A-D062-493F5D58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51181-DE9D-4677-8585-061833613FD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36438C8-1AE8-DAAD-FDB9-AE2F0273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71501D-C86D-998C-259E-C2B523F3D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B093-8E7D-4A55-9128-3CDA776608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5327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3F61A9-3E99-AE2B-4573-C26F6A0C9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04A419-4A41-2157-209C-DD11AD736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5A404FE-D927-D789-B308-CC35EE555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6324C3-6883-D3F4-A6C3-BAF99AE39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51181-DE9D-4677-8585-061833613FD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5BF74E-43F7-CCC1-9D0B-242A9AC26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0C77A9-120A-E5EE-DCA2-C637D4B16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B093-8E7D-4A55-9128-3CDA776608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1242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C640F8-0421-58C6-6BB8-B19D8F40E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2FB79BE-B2E4-AB0D-F9D4-5C4E1AC2EE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43E35C-10EF-B8A0-E6D8-9F0905EED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CC310B-227A-AAD0-FCF1-58038E738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51181-DE9D-4677-8585-061833613FD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C99625-5696-48D7-4A6C-DC44F4A8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C4223C-6621-5A2B-402A-4AE6C80A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B093-8E7D-4A55-9128-3CDA776608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22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F66A2C-CD5E-0953-0840-3D70579D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A52E46-7661-CE21-326B-A356DE768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00B8A9-993D-2B88-2AC7-201B9A990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51181-DE9D-4677-8585-061833613FD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4DE432-0387-3130-311C-AB495D49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A70D66-DD6D-5E72-A987-E5B4E25E5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B093-8E7D-4A55-9128-3CDA776608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935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88946D8-3B3C-1A21-62D2-539A50920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A8031CD-AF1A-2390-4F49-76EFC06D8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C198AB-EC83-3E06-B3F9-62284A02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51181-DE9D-4677-8585-061833613FD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913312-26BB-0E30-8CD3-228E6A4E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B73C59-6EB8-2FED-E4CD-C0F007890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B093-8E7D-4A55-9128-3CDA776608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999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7A229B0-8A67-8180-B044-03CDDA848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850F86-2889-5994-57A0-EF6FC3936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51BBB-1D55-C6B7-6FE9-F4821843A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651181-DE9D-4677-8585-061833613FD2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CA09CE-E249-354F-3FE0-14A855C76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190534-3781-9193-339F-52C31F79C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92B093-8E7D-4A55-9128-3CDA776608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712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05DD4A2-B8C8-47EF-CE44-D1C95D323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307" y="0"/>
            <a:ext cx="9144000" cy="6858000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25F9ECD2-6AFF-2FA8-97CF-B6926E944600}"/>
              </a:ext>
            </a:extLst>
          </p:cNvPr>
          <p:cNvSpPr/>
          <p:nvPr/>
        </p:nvSpPr>
        <p:spPr>
          <a:xfrm>
            <a:off x="3129731" y="4418270"/>
            <a:ext cx="432619" cy="438846"/>
          </a:xfrm>
          <a:prstGeom prst="ellipse">
            <a:avLst/>
          </a:prstGeom>
          <a:solidFill>
            <a:schemeClr val="bg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BFC3E5A-6009-564C-0625-C8B48A63DCB5}"/>
              </a:ext>
            </a:extLst>
          </p:cNvPr>
          <p:cNvSpPr/>
          <p:nvPr/>
        </p:nvSpPr>
        <p:spPr>
          <a:xfrm>
            <a:off x="3505200" y="5057715"/>
            <a:ext cx="432619" cy="438846"/>
          </a:xfrm>
          <a:prstGeom prst="ellipse">
            <a:avLst/>
          </a:prstGeom>
          <a:solidFill>
            <a:schemeClr val="bg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66E395F-EAFB-188F-36BD-2470246308C1}"/>
              </a:ext>
            </a:extLst>
          </p:cNvPr>
          <p:cNvSpPr/>
          <p:nvPr/>
        </p:nvSpPr>
        <p:spPr>
          <a:xfrm>
            <a:off x="5511790" y="5352355"/>
            <a:ext cx="432619" cy="438846"/>
          </a:xfrm>
          <a:prstGeom prst="ellipse">
            <a:avLst/>
          </a:prstGeom>
          <a:solidFill>
            <a:schemeClr val="bg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70A1D45-C51A-18F5-DBA7-609077F03266}"/>
              </a:ext>
            </a:extLst>
          </p:cNvPr>
          <p:cNvSpPr/>
          <p:nvPr/>
        </p:nvSpPr>
        <p:spPr>
          <a:xfrm>
            <a:off x="4672329" y="5419030"/>
            <a:ext cx="432619" cy="438846"/>
          </a:xfrm>
          <a:prstGeom prst="ellipse">
            <a:avLst/>
          </a:prstGeom>
          <a:solidFill>
            <a:schemeClr val="bg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F4C0246-323E-6340-1077-1A95AB5F3DCA}"/>
              </a:ext>
            </a:extLst>
          </p:cNvPr>
          <p:cNvSpPr/>
          <p:nvPr/>
        </p:nvSpPr>
        <p:spPr>
          <a:xfrm>
            <a:off x="6443561" y="5057715"/>
            <a:ext cx="432619" cy="438846"/>
          </a:xfrm>
          <a:prstGeom prst="ellipse">
            <a:avLst/>
          </a:prstGeom>
          <a:solidFill>
            <a:schemeClr val="bg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E8CE62E-C94B-BEA3-522E-40FFCB570EF7}"/>
              </a:ext>
            </a:extLst>
          </p:cNvPr>
          <p:cNvSpPr/>
          <p:nvPr/>
        </p:nvSpPr>
        <p:spPr>
          <a:xfrm>
            <a:off x="4869589" y="3514377"/>
            <a:ext cx="432619" cy="438846"/>
          </a:xfrm>
          <a:prstGeom prst="ellipse">
            <a:avLst/>
          </a:prstGeom>
          <a:solidFill>
            <a:schemeClr val="bg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77BFA0F-084B-CE4F-13D8-73653A9F9E96}"/>
              </a:ext>
            </a:extLst>
          </p:cNvPr>
          <p:cNvSpPr/>
          <p:nvPr/>
        </p:nvSpPr>
        <p:spPr>
          <a:xfrm>
            <a:off x="5622064" y="3209577"/>
            <a:ext cx="432619" cy="438846"/>
          </a:xfrm>
          <a:prstGeom prst="ellipse">
            <a:avLst/>
          </a:prstGeom>
          <a:solidFill>
            <a:schemeClr val="bg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960B631-0E10-D74B-67D0-D9E8D81CF27A}"/>
              </a:ext>
            </a:extLst>
          </p:cNvPr>
          <p:cNvSpPr/>
          <p:nvPr/>
        </p:nvSpPr>
        <p:spPr>
          <a:xfrm>
            <a:off x="7174639" y="2323752"/>
            <a:ext cx="432619" cy="438846"/>
          </a:xfrm>
          <a:prstGeom prst="ellipse">
            <a:avLst/>
          </a:prstGeom>
          <a:solidFill>
            <a:schemeClr val="bg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A3A96C5-40FF-FCCE-31D2-B38C2DF6AC70}"/>
              </a:ext>
            </a:extLst>
          </p:cNvPr>
          <p:cNvSpPr/>
          <p:nvPr/>
        </p:nvSpPr>
        <p:spPr>
          <a:xfrm>
            <a:off x="7017519" y="4590876"/>
            <a:ext cx="432619" cy="438846"/>
          </a:xfrm>
          <a:prstGeom prst="ellipse">
            <a:avLst/>
          </a:prstGeom>
          <a:solidFill>
            <a:schemeClr val="bg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8E96A36D-1906-81E1-B583-C261DB3774A2}"/>
              </a:ext>
            </a:extLst>
          </p:cNvPr>
          <p:cNvSpPr/>
          <p:nvPr/>
        </p:nvSpPr>
        <p:spPr>
          <a:xfrm>
            <a:off x="8470039" y="2209452"/>
            <a:ext cx="432619" cy="438846"/>
          </a:xfrm>
          <a:prstGeom prst="ellipse">
            <a:avLst/>
          </a:prstGeom>
          <a:solidFill>
            <a:schemeClr val="bg1">
              <a:alpha val="5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979507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</Words>
  <Application>Microsoft Office PowerPoint</Application>
  <PresentationFormat>Grand écran</PresentationFormat>
  <Paragraphs>10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LEDREUX Christophe</dc:creator>
  <cp:lastModifiedBy>LEDREUX Christophe</cp:lastModifiedBy>
  <cp:revision>1</cp:revision>
  <dcterms:created xsi:type="dcterms:W3CDTF">2025-12-13T09:19:05Z</dcterms:created>
  <dcterms:modified xsi:type="dcterms:W3CDTF">2025-12-13T10:03:47Z</dcterms:modified>
</cp:coreProperties>
</file>