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embeddedFontLst>
    <p:embeddedFont>
      <p:font typeface="Play" panose="020B0604020202020204" charset="0"/>
      <p:regular r:id="rId6"/>
      <p:bold r:id="rId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0" roundtripDataSignature="AMtx7miAdhveYYzOgTd1oNe7w2uKskqk2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DCB242D-A677-412E-8D2F-65A0AC58DD3F}" v="3" dt="2026-03-30T10:09:51.4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02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5" Type="http://schemas.microsoft.com/office/2016/11/relationships/changesInfo" Target="changesInfos/changesInfo1.xml"/><Relationship Id="rId10" Type="http://customschemas.google.com/relationships/presentationmetadata" Target="metadata"/><Relationship Id="rId4" Type="http://schemas.openxmlformats.org/officeDocument/2006/relationships/slide" Target="slides/slide3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ébastien Dury" userId="d8cfc095-b667-4ecf-8cea-02e4a80f4560" providerId="ADAL" clId="{C8EB9285-B058-4302-AB4B-E2874A1EEDE0}"/>
    <pc:docChg chg="undo custSel modSld">
      <pc:chgData name="Sébastien Dury" userId="d8cfc095-b667-4ecf-8cea-02e4a80f4560" providerId="ADAL" clId="{C8EB9285-B058-4302-AB4B-E2874A1EEDE0}" dt="2026-03-30T10:11:44.783" v="118" actId="207"/>
      <pc:docMkLst>
        <pc:docMk/>
      </pc:docMkLst>
      <pc:sldChg chg="addSp delSp modSp mod">
        <pc:chgData name="Sébastien Dury" userId="d8cfc095-b667-4ecf-8cea-02e4a80f4560" providerId="ADAL" clId="{C8EB9285-B058-4302-AB4B-E2874A1EEDE0}" dt="2026-03-30T10:11:44.783" v="118" actId="207"/>
        <pc:sldMkLst>
          <pc:docMk/>
          <pc:sldMk cId="0" sldId="257"/>
        </pc:sldMkLst>
        <pc:spChg chg="add del">
          <ac:chgData name="Sébastien Dury" userId="d8cfc095-b667-4ecf-8cea-02e4a80f4560" providerId="ADAL" clId="{C8EB9285-B058-4302-AB4B-E2874A1EEDE0}" dt="2026-03-30T10:07:04.218" v="1" actId="11529"/>
          <ac:spMkLst>
            <pc:docMk/>
            <pc:sldMk cId="0" sldId="257"/>
            <ac:spMk id="2" creationId="{21244786-A1EF-C67C-8996-E1FF3950D2A7}"/>
          </ac:spMkLst>
        </pc:spChg>
        <pc:spChg chg="add mod">
          <ac:chgData name="Sébastien Dury" userId="d8cfc095-b667-4ecf-8cea-02e4a80f4560" providerId="ADAL" clId="{C8EB9285-B058-4302-AB4B-E2874A1EEDE0}" dt="2026-03-30T10:07:44.199" v="10" actId="14100"/>
          <ac:spMkLst>
            <pc:docMk/>
            <pc:sldMk cId="0" sldId="257"/>
            <ac:spMk id="3" creationId="{D9FA05B9-F96B-71A8-B23B-7C4E27AA6F24}"/>
          </ac:spMkLst>
        </pc:spChg>
        <pc:spChg chg="add mod">
          <ac:chgData name="Sébastien Dury" userId="d8cfc095-b667-4ecf-8cea-02e4a80f4560" providerId="ADAL" clId="{C8EB9285-B058-4302-AB4B-E2874A1EEDE0}" dt="2026-03-30T10:08:06.279" v="16" actId="14100"/>
          <ac:spMkLst>
            <pc:docMk/>
            <pc:sldMk cId="0" sldId="257"/>
            <ac:spMk id="4" creationId="{70505226-825A-AAB7-475A-372366E3F75F}"/>
          </ac:spMkLst>
        </pc:spChg>
        <pc:spChg chg="add mod">
          <ac:chgData name="Sébastien Dury" userId="d8cfc095-b667-4ecf-8cea-02e4a80f4560" providerId="ADAL" clId="{C8EB9285-B058-4302-AB4B-E2874A1EEDE0}" dt="2026-03-30T10:08:59.734" v="25" actId="14100"/>
          <ac:spMkLst>
            <pc:docMk/>
            <pc:sldMk cId="0" sldId="257"/>
            <ac:spMk id="5" creationId="{65493018-D2E3-7EC7-1B85-BE711E56B72C}"/>
          </ac:spMkLst>
        </pc:spChg>
        <pc:spChg chg="add mod">
          <ac:chgData name="Sébastien Dury" userId="d8cfc095-b667-4ecf-8cea-02e4a80f4560" providerId="ADAL" clId="{C8EB9285-B058-4302-AB4B-E2874A1EEDE0}" dt="2026-03-30T10:09:55.912" v="69" actId="14100"/>
          <ac:spMkLst>
            <pc:docMk/>
            <pc:sldMk cId="0" sldId="257"/>
            <ac:spMk id="6" creationId="{CD6CB25C-E836-E8F9-EE53-5A8D01863BF4}"/>
          </ac:spMkLst>
        </pc:spChg>
        <pc:spChg chg="mod">
          <ac:chgData name="Sébastien Dury" userId="d8cfc095-b667-4ecf-8cea-02e4a80f4560" providerId="ADAL" clId="{C8EB9285-B058-4302-AB4B-E2874A1EEDE0}" dt="2026-03-30T10:11:36.120" v="116" actId="207"/>
          <ac:spMkLst>
            <pc:docMk/>
            <pc:sldMk cId="0" sldId="257"/>
            <ac:spMk id="97" creationId="{00000000-0000-0000-0000-000000000000}"/>
          </ac:spMkLst>
        </pc:spChg>
        <pc:spChg chg="mod">
          <ac:chgData name="Sébastien Dury" userId="d8cfc095-b667-4ecf-8cea-02e4a80f4560" providerId="ADAL" clId="{C8EB9285-B058-4302-AB4B-E2874A1EEDE0}" dt="2026-03-30T10:11:29.928" v="115" actId="20577"/>
          <ac:spMkLst>
            <pc:docMk/>
            <pc:sldMk cId="0" sldId="257"/>
            <ac:spMk id="98" creationId="{00000000-0000-0000-0000-000000000000}"/>
          </ac:spMkLst>
        </pc:spChg>
        <pc:spChg chg="mod">
          <ac:chgData name="Sébastien Dury" userId="d8cfc095-b667-4ecf-8cea-02e4a80f4560" providerId="ADAL" clId="{C8EB9285-B058-4302-AB4B-E2874A1EEDE0}" dt="2026-03-30T10:11:42.967" v="117" actId="207"/>
          <ac:spMkLst>
            <pc:docMk/>
            <pc:sldMk cId="0" sldId="257"/>
            <ac:spMk id="106" creationId="{00000000-0000-0000-0000-000000000000}"/>
          </ac:spMkLst>
        </pc:spChg>
        <pc:spChg chg="mod">
          <ac:chgData name="Sébastien Dury" userId="d8cfc095-b667-4ecf-8cea-02e4a80f4560" providerId="ADAL" clId="{C8EB9285-B058-4302-AB4B-E2874A1EEDE0}" dt="2026-03-30T10:08:45.790" v="19" actId="1076"/>
          <ac:spMkLst>
            <pc:docMk/>
            <pc:sldMk cId="0" sldId="257"/>
            <ac:spMk id="107" creationId="{00000000-0000-0000-0000-000000000000}"/>
          </ac:spMkLst>
        </pc:spChg>
        <pc:spChg chg="mod">
          <ac:chgData name="Sébastien Dury" userId="d8cfc095-b667-4ecf-8cea-02e4a80f4560" providerId="ADAL" clId="{C8EB9285-B058-4302-AB4B-E2874A1EEDE0}" dt="2026-03-30T10:11:44.783" v="118" actId="207"/>
          <ac:spMkLst>
            <pc:docMk/>
            <pc:sldMk cId="0" sldId="257"/>
            <ac:spMk id="108" creationId="{00000000-0000-0000-0000-000000000000}"/>
          </ac:spMkLst>
        </pc:spChg>
        <pc:picChg chg="mod">
          <ac:chgData name="Sébastien Dury" userId="d8cfc095-b667-4ecf-8cea-02e4a80f4560" providerId="ADAL" clId="{C8EB9285-B058-4302-AB4B-E2874A1EEDE0}" dt="2026-03-30T10:07:56.161" v="13" actId="1076"/>
          <ac:picMkLst>
            <pc:docMk/>
            <pc:sldMk cId="0" sldId="257"/>
            <ac:picMk id="89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69d75376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g3969d75376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7" name="Google Shape;8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5" name="Google Shape;11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de section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ux contenus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seul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 avec légende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vec légende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texte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vertical et texte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g3969d75376a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61307" y="0"/>
            <a:ext cx="9144003" cy="6858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/>
          <p:nvPr/>
        </p:nvSpPr>
        <p:spPr>
          <a:xfrm>
            <a:off x="5492217" y="3183582"/>
            <a:ext cx="240919" cy="245418"/>
          </a:xfrm>
          <a:prstGeom prst="ellipse">
            <a:avLst/>
          </a:prstGeom>
          <a:solidFill>
            <a:schemeClr val="lt1">
              <a:alpha val="52156"/>
            </a:schemeClr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5169161" y="3183578"/>
            <a:ext cx="240908" cy="245448"/>
          </a:xfrm>
          <a:prstGeom prst="ellipse">
            <a:avLst/>
          </a:prstGeom>
          <a:solidFill>
            <a:schemeClr val="lt1">
              <a:alpha val="52156"/>
            </a:schemeClr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2980989" y="2397527"/>
            <a:ext cx="263187" cy="255413"/>
          </a:xfrm>
          <a:prstGeom prst="ellipse">
            <a:avLst/>
          </a:prstGeom>
          <a:solidFill>
            <a:schemeClr val="lt1">
              <a:alpha val="52156"/>
            </a:schemeClr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3566145" y="2503305"/>
            <a:ext cx="263187" cy="255413"/>
          </a:xfrm>
          <a:prstGeom prst="ellipse">
            <a:avLst/>
          </a:prstGeom>
          <a:solidFill>
            <a:schemeClr val="lt1">
              <a:alpha val="52156"/>
            </a:schemeClr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3210148" y="3768705"/>
            <a:ext cx="263187" cy="255413"/>
          </a:xfrm>
          <a:prstGeom prst="ellipse">
            <a:avLst/>
          </a:prstGeom>
          <a:solidFill>
            <a:schemeClr val="lt1">
              <a:alpha val="52156"/>
            </a:schemeClr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3929372" y="5388897"/>
            <a:ext cx="263187" cy="255413"/>
          </a:xfrm>
          <a:prstGeom prst="ellipse">
            <a:avLst/>
          </a:prstGeom>
          <a:solidFill>
            <a:schemeClr val="lt1">
              <a:alpha val="52156"/>
            </a:schemeClr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1483318" y="4474497"/>
            <a:ext cx="263187" cy="255413"/>
          </a:xfrm>
          <a:prstGeom prst="ellipse">
            <a:avLst/>
          </a:prstGeom>
          <a:solidFill>
            <a:schemeClr val="lt1">
              <a:alpha val="52156"/>
            </a:schemeClr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2265374" y="2922408"/>
            <a:ext cx="263187" cy="255413"/>
          </a:xfrm>
          <a:prstGeom prst="ellipse">
            <a:avLst/>
          </a:prstGeom>
          <a:solidFill>
            <a:srgbClr val="FFFF00">
              <a:alpha val="52156"/>
            </a:srgbClr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9151557" y="1042405"/>
            <a:ext cx="3040443" cy="4339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b="1" i="0" u="sng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Placements intérieurs :</a:t>
            </a:r>
            <a:endParaRPr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 : Salle </a:t>
            </a:r>
            <a:r>
              <a:rPr lang="fr-FR" sz="1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orgas</a:t>
            </a:r>
            <a:r>
              <a:rPr lang="fr-FR" sz="1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couchages</a:t>
            </a:r>
            <a:endParaRPr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Salle Orga matos et accueil joueurs</a:t>
            </a:r>
            <a:endParaRPr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Auberge</a:t>
            </a:r>
            <a:endParaRPr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Tripot + </a:t>
            </a:r>
            <a:r>
              <a:rPr lang="fr-FR" sz="1000" b="0" i="0" u="none" strike="noStrike" cap="none" dirty="0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joueurs Tripot</a:t>
            </a:r>
            <a:endParaRPr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 Banque + </a:t>
            </a:r>
            <a:r>
              <a:rPr lang="fr-FR" sz="1000" b="0" i="0" u="none" strike="noStrike" cap="none" dirty="0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joueurs banque</a:t>
            </a:r>
            <a:endParaRPr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 Salle des coffre souterraines (pour les sacs d’or)</a:t>
            </a:r>
            <a:endParaRPr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7. Autres salles des coffres (pour les coffres avec parchemins et objets : X3)</a:t>
            </a:r>
            <a:endParaRPr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8. Salle PNJ + </a:t>
            </a:r>
            <a:r>
              <a:rPr lang="fr-FR" sz="1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Alchimisterie</a:t>
            </a:r>
            <a:r>
              <a:rPr lang="fr-FR" sz="1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lang="fr-FR" sz="1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forgeronnerie</a:t>
            </a:r>
            <a:r>
              <a:rPr lang="fr-FR" sz="1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9. </a:t>
            </a:r>
            <a:r>
              <a:rPr lang="fr-FR" sz="1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Bibiliothèque</a:t>
            </a:r>
            <a:endParaRPr sz="1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10. Autres </a:t>
            </a:r>
            <a:r>
              <a:rPr lang="fr-FR" sz="1000" b="0" i="0" u="none" strike="noStrike" cap="none" dirty="0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joueurs intérieurs (x)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dirty="0"/>
              <a:t>11. Mafia sous couverture (chauffante)</a:t>
            </a:r>
            <a:endParaRPr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b="0" i="0" u="none" strike="noStrike" cap="none" dirty="0">
              <a:solidFill>
                <a:srgbClr val="00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b="0" i="0" u="none" strike="noStrike" cap="none" dirty="0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Au total : 6 groupes de joueurs à l’intérieurs</a:t>
            </a:r>
            <a:endParaRPr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b="0" i="0" u="none" strike="noStrike" cap="none" dirty="0">
              <a:solidFill>
                <a:srgbClr val="00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Questions :</a:t>
            </a:r>
            <a:endParaRPr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b="0" i="0" u="none" strike="noStrike" cap="none" dirty="0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? Grande salle en terre battue très chouette</a:t>
            </a:r>
            <a:endParaRPr dirty="0"/>
          </a:p>
        </p:txBody>
      </p:sp>
      <p:sp>
        <p:nvSpPr>
          <p:cNvPr id="99" name="Google Shape;99;p1" descr="Fermer avec un remplissage uni"/>
          <p:cNvSpPr/>
          <p:nvPr/>
        </p:nvSpPr>
        <p:spPr>
          <a:xfrm>
            <a:off x="5769712" y="2397527"/>
            <a:ext cx="264109" cy="26410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fr-CH"/>
          </a:p>
        </p:txBody>
      </p:sp>
      <p:sp>
        <p:nvSpPr>
          <p:cNvPr id="100" name="Google Shape;100;p1"/>
          <p:cNvSpPr/>
          <p:nvPr/>
        </p:nvSpPr>
        <p:spPr>
          <a:xfrm>
            <a:off x="4776716" y="5133484"/>
            <a:ext cx="263187" cy="255413"/>
          </a:xfrm>
          <a:prstGeom prst="ellipse">
            <a:avLst/>
          </a:prstGeom>
          <a:solidFill>
            <a:schemeClr val="lt1">
              <a:alpha val="52156"/>
            </a:schemeClr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"/>
          <p:cNvSpPr/>
          <p:nvPr/>
        </p:nvSpPr>
        <p:spPr>
          <a:xfrm>
            <a:off x="1900894" y="5133483"/>
            <a:ext cx="263187" cy="255413"/>
          </a:xfrm>
          <a:prstGeom prst="ellipse">
            <a:avLst/>
          </a:prstGeom>
          <a:solidFill>
            <a:schemeClr val="lt1">
              <a:alpha val="52156"/>
            </a:schemeClr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/>
          <p:nvPr/>
        </p:nvSpPr>
        <p:spPr>
          <a:xfrm>
            <a:off x="2974393" y="5498315"/>
            <a:ext cx="263187" cy="255413"/>
          </a:xfrm>
          <a:prstGeom prst="ellipse">
            <a:avLst/>
          </a:prstGeom>
          <a:solidFill>
            <a:schemeClr val="lt1">
              <a:alpha val="52156"/>
            </a:schemeClr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"/>
          <p:cNvSpPr/>
          <p:nvPr/>
        </p:nvSpPr>
        <p:spPr>
          <a:xfrm>
            <a:off x="5469949" y="2350578"/>
            <a:ext cx="263187" cy="255413"/>
          </a:xfrm>
          <a:prstGeom prst="ellipse">
            <a:avLst/>
          </a:prstGeom>
          <a:solidFill>
            <a:schemeClr val="lt1">
              <a:alpha val="52156"/>
            </a:schemeClr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"/>
          <p:cNvSpPr/>
          <p:nvPr/>
        </p:nvSpPr>
        <p:spPr>
          <a:xfrm>
            <a:off x="4165291" y="3881465"/>
            <a:ext cx="263187" cy="255413"/>
          </a:xfrm>
          <a:prstGeom prst="ellipse">
            <a:avLst/>
          </a:prstGeom>
          <a:solidFill>
            <a:schemeClr val="lt1">
              <a:alpha val="52156"/>
            </a:schemeClr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5" name="Google Shape;105;p1"/>
          <p:cNvCxnSpPr/>
          <p:nvPr/>
        </p:nvCxnSpPr>
        <p:spPr>
          <a:xfrm rot="10800000">
            <a:off x="3768213" y="3183578"/>
            <a:ext cx="481561" cy="712833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06" name="Google Shape;106;p1"/>
          <p:cNvSpPr/>
          <p:nvPr/>
        </p:nvSpPr>
        <p:spPr>
          <a:xfrm>
            <a:off x="3229012" y="3341614"/>
            <a:ext cx="263187" cy="255413"/>
          </a:xfrm>
          <a:prstGeom prst="ellipse">
            <a:avLst/>
          </a:prstGeom>
          <a:solidFill>
            <a:srgbClr val="FFFF00">
              <a:alpha val="52156"/>
            </a:srgbClr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"/>
          <p:cNvSpPr/>
          <p:nvPr/>
        </p:nvSpPr>
        <p:spPr>
          <a:xfrm>
            <a:off x="4403853" y="2375598"/>
            <a:ext cx="263187" cy="255413"/>
          </a:xfrm>
          <a:prstGeom prst="ellipse">
            <a:avLst/>
          </a:prstGeom>
          <a:solidFill>
            <a:schemeClr val="lt1">
              <a:alpha val="52156"/>
            </a:schemeClr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"/>
          <p:cNvSpPr/>
          <p:nvPr/>
        </p:nvSpPr>
        <p:spPr>
          <a:xfrm>
            <a:off x="4242477" y="3253564"/>
            <a:ext cx="263187" cy="255413"/>
          </a:xfrm>
          <a:prstGeom prst="ellipse">
            <a:avLst/>
          </a:prstGeom>
          <a:solidFill>
            <a:srgbClr val="FFFF00">
              <a:alpha val="52156"/>
            </a:srgbClr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"/>
          <p:cNvSpPr txBox="1"/>
          <p:nvPr/>
        </p:nvSpPr>
        <p:spPr>
          <a:xfrm>
            <a:off x="9326880" y="243840"/>
            <a:ext cx="1951175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GN Cognelot 2026</a:t>
            </a:r>
            <a:endParaRPr/>
          </a:p>
        </p:txBody>
      </p:sp>
      <p:sp>
        <p:nvSpPr>
          <p:cNvPr id="110" name="Google Shape;110;p1" descr="Fermer avec un remplissage uni"/>
          <p:cNvSpPr/>
          <p:nvPr/>
        </p:nvSpPr>
        <p:spPr>
          <a:xfrm>
            <a:off x="6748280" y="3476857"/>
            <a:ext cx="264109" cy="26410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fr-CH"/>
          </a:p>
        </p:txBody>
      </p:sp>
      <p:sp>
        <p:nvSpPr>
          <p:cNvPr id="111" name="Google Shape;111;p1" descr="Fermer avec un remplissage uni"/>
          <p:cNvSpPr/>
          <p:nvPr/>
        </p:nvSpPr>
        <p:spPr>
          <a:xfrm>
            <a:off x="5747361" y="3337267"/>
            <a:ext cx="264109" cy="26410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fr-CH"/>
          </a:p>
        </p:txBody>
      </p:sp>
      <p:sp>
        <p:nvSpPr>
          <p:cNvPr id="112" name="Google Shape;112;p1" descr="Point d’interrogation avec un remplissage uni"/>
          <p:cNvSpPr/>
          <p:nvPr/>
        </p:nvSpPr>
        <p:spPr>
          <a:xfrm>
            <a:off x="6730862" y="2276660"/>
            <a:ext cx="325622" cy="32562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fr-CH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FA05B9-F96B-71A8-B23B-7C4E27AA6F24}"/>
              </a:ext>
            </a:extLst>
          </p:cNvPr>
          <p:cNvSpPr/>
          <p:nvPr/>
        </p:nvSpPr>
        <p:spPr>
          <a:xfrm rot="19457446">
            <a:off x="2707169" y="2398888"/>
            <a:ext cx="751061" cy="6086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0505226-825A-AAB7-475A-372366E3F75F}"/>
              </a:ext>
            </a:extLst>
          </p:cNvPr>
          <p:cNvSpPr/>
          <p:nvPr/>
        </p:nvSpPr>
        <p:spPr>
          <a:xfrm rot="19457446">
            <a:off x="2610662" y="3734389"/>
            <a:ext cx="1484491" cy="3023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493018-D2E3-7EC7-1B85-BE711E56B72C}"/>
              </a:ext>
            </a:extLst>
          </p:cNvPr>
          <p:cNvSpPr/>
          <p:nvPr/>
        </p:nvSpPr>
        <p:spPr>
          <a:xfrm>
            <a:off x="4241902" y="2262411"/>
            <a:ext cx="585156" cy="6086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6CB25C-E836-E8F9-EE53-5A8D01863BF4}"/>
              </a:ext>
            </a:extLst>
          </p:cNvPr>
          <p:cNvSpPr/>
          <p:nvPr/>
        </p:nvSpPr>
        <p:spPr>
          <a:xfrm>
            <a:off x="5133627" y="2220901"/>
            <a:ext cx="900194" cy="6086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13117"/>
            <a:ext cx="9838580" cy="5530074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4"/>
          <p:cNvSpPr txBox="1"/>
          <p:nvPr/>
        </p:nvSpPr>
        <p:spPr>
          <a:xfrm>
            <a:off x="9265920" y="1042405"/>
            <a:ext cx="2926080" cy="19104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b="1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Placements extérieurs :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 : Régates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groupe de joueurs extérieurs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groupe de joueurs extérieurs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groupe de joueurs extérieurs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 groupe de joueurs extérieurs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 groupe de joueurs extérieurs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b="0" i="0" u="none" strike="noStrike" cap="none">
              <a:solidFill>
                <a:srgbClr val="00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4"/>
          <p:cNvSpPr txBox="1"/>
          <p:nvPr/>
        </p:nvSpPr>
        <p:spPr>
          <a:xfrm>
            <a:off x="9326880" y="243840"/>
            <a:ext cx="1951175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GN Cognelot 2026</a:t>
            </a:r>
            <a:endParaRPr/>
          </a:p>
        </p:txBody>
      </p:sp>
      <p:sp>
        <p:nvSpPr>
          <p:cNvPr id="120" name="Google Shape;120;p14"/>
          <p:cNvSpPr/>
          <p:nvPr/>
        </p:nvSpPr>
        <p:spPr>
          <a:xfrm>
            <a:off x="5855081" y="3029088"/>
            <a:ext cx="240919" cy="245418"/>
          </a:xfrm>
          <a:prstGeom prst="ellipse">
            <a:avLst/>
          </a:prstGeom>
          <a:solidFill>
            <a:srgbClr val="00B0F0">
              <a:alpha val="52156"/>
            </a:srgbClr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4"/>
          <p:cNvSpPr/>
          <p:nvPr/>
        </p:nvSpPr>
        <p:spPr>
          <a:xfrm>
            <a:off x="5523814" y="3655901"/>
            <a:ext cx="240919" cy="245418"/>
          </a:xfrm>
          <a:prstGeom prst="ellipse">
            <a:avLst/>
          </a:prstGeom>
          <a:solidFill>
            <a:srgbClr val="00B0F0">
              <a:alpha val="52156"/>
            </a:srgbClr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4"/>
          <p:cNvSpPr/>
          <p:nvPr/>
        </p:nvSpPr>
        <p:spPr>
          <a:xfrm>
            <a:off x="6186350" y="3473334"/>
            <a:ext cx="240919" cy="245418"/>
          </a:xfrm>
          <a:prstGeom prst="ellipse">
            <a:avLst/>
          </a:prstGeom>
          <a:solidFill>
            <a:srgbClr val="00B0F0">
              <a:alpha val="52156"/>
            </a:srgbClr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4"/>
          <p:cNvSpPr/>
          <p:nvPr/>
        </p:nvSpPr>
        <p:spPr>
          <a:xfrm>
            <a:off x="5564455" y="4172733"/>
            <a:ext cx="240919" cy="245418"/>
          </a:xfrm>
          <a:prstGeom prst="ellipse">
            <a:avLst/>
          </a:prstGeom>
          <a:solidFill>
            <a:srgbClr val="00B0F0">
              <a:alpha val="52156"/>
            </a:srgbClr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4"/>
          <p:cNvSpPr/>
          <p:nvPr/>
        </p:nvSpPr>
        <p:spPr>
          <a:xfrm>
            <a:off x="6845124" y="3561207"/>
            <a:ext cx="240919" cy="245418"/>
          </a:xfrm>
          <a:prstGeom prst="ellipse">
            <a:avLst/>
          </a:prstGeom>
          <a:solidFill>
            <a:srgbClr val="00B0F0">
              <a:alpha val="52156"/>
            </a:srgbClr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4" descr="Fermer avec un remplissage uni"/>
          <p:cNvSpPr/>
          <p:nvPr/>
        </p:nvSpPr>
        <p:spPr>
          <a:xfrm>
            <a:off x="5644274" y="2548286"/>
            <a:ext cx="264109" cy="26410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fr-CH"/>
          </a:p>
        </p:txBody>
      </p:sp>
      <p:sp>
        <p:nvSpPr>
          <p:cNvPr id="126" name="Google Shape;126;p14" descr="Fermer avec un remplissage uni"/>
          <p:cNvSpPr/>
          <p:nvPr/>
        </p:nvSpPr>
        <p:spPr>
          <a:xfrm>
            <a:off x="5723026" y="1865579"/>
            <a:ext cx="264109" cy="26410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fr-CH"/>
          </a:p>
        </p:txBody>
      </p:sp>
      <p:sp>
        <p:nvSpPr>
          <p:cNvPr id="127" name="Google Shape;127;p14"/>
          <p:cNvSpPr/>
          <p:nvPr/>
        </p:nvSpPr>
        <p:spPr>
          <a:xfrm>
            <a:off x="4798830" y="4621225"/>
            <a:ext cx="240919" cy="245418"/>
          </a:xfrm>
          <a:prstGeom prst="ellipse">
            <a:avLst/>
          </a:prstGeom>
          <a:solidFill>
            <a:srgbClr val="00B0F0">
              <a:alpha val="52156"/>
            </a:srgbClr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4"/>
          <p:cNvSpPr/>
          <p:nvPr/>
        </p:nvSpPr>
        <p:spPr>
          <a:xfrm>
            <a:off x="4107210" y="4743934"/>
            <a:ext cx="240919" cy="245418"/>
          </a:xfrm>
          <a:prstGeom prst="ellipse">
            <a:avLst/>
          </a:prstGeom>
          <a:solidFill>
            <a:srgbClr val="00B0F0">
              <a:alpha val="52156"/>
            </a:srgbClr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4"/>
          <p:cNvSpPr/>
          <p:nvPr/>
        </p:nvSpPr>
        <p:spPr>
          <a:xfrm rot="-1971853">
            <a:off x="3490032" y="4179658"/>
            <a:ext cx="97900" cy="245418"/>
          </a:xfrm>
          <a:prstGeom prst="rect">
            <a:avLst/>
          </a:prstGeom>
          <a:blipFill rotWithShape="1">
            <a:blip r:embed="rId4">
              <a:alphaModFix/>
            </a:blip>
            <a:tile tx="0" ty="0" sx="100000" sy="100000" flip="none" algn="tl"/>
          </a:blipFill>
          <a:ln w="12700" cap="flat" cmpd="sng">
            <a:solidFill>
              <a:srgbClr val="7F340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4"/>
          <p:cNvSpPr txBox="1"/>
          <p:nvPr/>
        </p:nvSpPr>
        <p:spPr>
          <a:xfrm>
            <a:off x="3580702" y="4252226"/>
            <a:ext cx="99277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 b="0" i="0" u="none" strike="noStrike" cap="non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Nouvelle sortie de secours</a:t>
            </a:r>
            <a:endParaRPr/>
          </a:p>
        </p:txBody>
      </p:sp>
      <p:sp>
        <p:nvSpPr>
          <p:cNvPr id="131" name="Google Shape;131;p14"/>
          <p:cNvSpPr/>
          <p:nvPr/>
        </p:nvSpPr>
        <p:spPr>
          <a:xfrm>
            <a:off x="5931157" y="3841462"/>
            <a:ext cx="2010220" cy="782166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4"/>
          <p:cNvSpPr txBox="1"/>
          <p:nvPr/>
        </p:nvSpPr>
        <p:spPr>
          <a:xfrm>
            <a:off x="6459597" y="4109194"/>
            <a:ext cx="992777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 b="0" i="0" u="none" strike="noStrike" cap="non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Forêt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176</Words>
  <Application>Microsoft Office PowerPoint</Application>
  <PresentationFormat>Widescreen</PresentationFormat>
  <Paragraphs>51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Play</vt:lpstr>
      <vt:lpstr>Arial</vt:lpstr>
      <vt:lpstr>Thème Office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LEDREUX Christophe</dc:creator>
  <cp:lastModifiedBy>Sébastien Dury</cp:lastModifiedBy>
  <cp:revision>1</cp:revision>
  <dcterms:created xsi:type="dcterms:W3CDTF">2025-12-13T09:19:05Z</dcterms:created>
  <dcterms:modified xsi:type="dcterms:W3CDTF">2026-03-30T10:11:49Z</dcterms:modified>
</cp:coreProperties>
</file>