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Szm2lawmbjITvTKmZ8qKBploy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69d7537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969d75376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1307" y="0"/>
            <a:ext cx="9144003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29731" y="4418270"/>
            <a:ext cx="432600" cy="438900"/>
          </a:xfrm>
          <a:prstGeom prst="ellipse">
            <a:avLst/>
          </a:prstGeom>
          <a:solidFill>
            <a:schemeClr val="lt1">
              <a:alpha val="52160"/>
            </a:scheme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3505200" y="5057715"/>
            <a:ext cx="432600" cy="438900"/>
          </a:xfrm>
          <a:prstGeom prst="ellipse">
            <a:avLst/>
          </a:prstGeom>
          <a:solidFill>
            <a:schemeClr val="lt1">
              <a:alpha val="52160"/>
            </a:scheme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5511790" y="5352355"/>
            <a:ext cx="432600" cy="438900"/>
          </a:xfrm>
          <a:prstGeom prst="ellipse">
            <a:avLst/>
          </a:prstGeom>
          <a:solidFill>
            <a:schemeClr val="lt1">
              <a:alpha val="52160"/>
            </a:scheme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4672329" y="5419030"/>
            <a:ext cx="432600" cy="438900"/>
          </a:xfrm>
          <a:prstGeom prst="ellipse">
            <a:avLst/>
          </a:prstGeom>
          <a:solidFill>
            <a:schemeClr val="lt1">
              <a:alpha val="52160"/>
            </a:scheme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6443561" y="5057715"/>
            <a:ext cx="432600" cy="438900"/>
          </a:xfrm>
          <a:prstGeom prst="ellipse">
            <a:avLst/>
          </a:prstGeom>
          <a:solidFill>
            <a:schemeClr val="lt1">
              <a:alpha val="52160"/>
            </a:scheme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4869589" y="3514377"/>
            <a:ext cx="432600" cy="438900"/>
          </a:xfrm>
          <a:prstGeom prst="ellipse">
            <a:avLst/>
          </a:prstGeom>
          <a:solidFill>
            <a:schemeClr val="lt1">
              <a:alpha val="52160"/>
            </a:scheme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5622064" y="3209577"/>
            <a:ext cx="432600" cy="438900"/>
          </a:xfrm>
          <a:prstGeom prst="ellipse">
            <a:avLst/>
          </a:prstGeom>
          <a:solidFill>
            <a:schemeClr val="lt1">
              <a:alpha val="52160"/>
            </a:scheme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7174639" y="2323752"/>
            <a:ext cx="432600" cy="438900"/>
          </a:xfrm>
          <a:prstGeom prst="ellipse">
            <a:avLst/>
          </a:prstGeom>
          <a:solidFill>
            <a:schemeClr val="lt1">
              <a:alpha val="52160"/>
            </a:scheme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7017519" y="4590876"/>
            <a:ext cx="432600" cy="438900"/>
          </a:xfrm>
          <a:prstGeom prst="ellipse">
            <a:avLst/>
          </a:prstGeom>
          <a:solidFill>
            <a:schemeClr val="lt1">
              <a:alpha val="52160"/>
            </a:scheme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8470039" y="2209452"/>
            <a:ext cx="432600" cy="438900"/>
          </a:xfrm>
          <a:prstGeom prst="ellipse">
            <a:avLst/>
          </a:prstGeom>
          <a:solidFill>
            <a:schemeClr val="lt1">
              <a:alpha val="52160"/>
            </a:scheme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969d75376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1307" y="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2025-12-13T09:19:05Z</dcterms:created>
  <dc:creator>LEDREUX Christophe</dc:creator>
</cp:coreProperties>
</file>