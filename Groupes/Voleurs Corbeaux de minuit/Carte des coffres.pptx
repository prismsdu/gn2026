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A041F-38B5-46EC-96CD-F158F016DD51}" v="3" dt="2026-03-29T13:53:56.1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DREUX Christophe" userId="25fb9e8f-a08b-443b-847d-7235dba123a2" providerId="ADAL" clId="{A876608C-F1AE-422C-926A-D547A3E0AF9F}"/>
    <pc:docChg chg="custSel modSld">
      <pc:chgData name="LEDREUX Christophe" userId="25fb9e8f-a08b-443b-847d-7235dba123a2" providerId="ADAL" clId="{A876608C-F1AE-422C-926A-D547A3E0AF9F}" dt="2026-03-29T13:53:56.164" v="9"/>
      <pc:docMkLst>
        <pc:docMk/>
      </pc:docMkLst>
      <pc:sldChg chg="modSp mod setBg">
        <pc:chgData name="LEDREUX Christophe" userId="25fb9e8f-a08b-443b-847d-7235dba123a2" providerId="ADAL" clId="{A876608C-F1AE-422C-926A-D547A3E0AF9F}" dt="2026-03-29T13:53:56.164" v="9"/>
        <pc:sldMkLst>
          <pc:docMk/>
          <pc:sldMk cId="0" sldId="257"/>
        </pc:sldMkLst>
        <pc:spChg chg="mod">
          <ac:chgData name="LEDREUX Christophe" userId="25fb9e8f-a08b-443b-847d-7235dba123a2" providerId="ADAL" clId="{A876608C-F1AE-422C-926A-D547A3E0AF9F}" dt="2026-03-29T12:42:11.404" v="6" actId="20577"/>
          <ac:spMkLst>
            <pc:docMk/>
            <pc:sldMk cId="0" sldId="257"/>
            <ac:spMk id="13" creationId="{637A13C6-BC8C-08C1-96ED-AF2D3241980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D2E19-4E3C-40E1-A5E8-DD53F21D46DA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ABFFA-FC27-4851-B3D7-9C0ADE4F55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188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7B9ACA-A891-11B9-E33D-7FBCE1E4A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225CE17-4D80-BA15-AEB6-69E1D99E1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3287AB-E1C6-556C-984F-77E989718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63B22A-B225-9A26-5A9D-E3FB8DF0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0C2BDC-B4A9-2B8F-5BB6-D6B54623A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483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08FFD9-1D81-D604-B458-6E8EB64A0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D222B3-B263-DA4D-42AB-0F2B4951D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73D33B-3BDA-1BC7-A00C-5093E79F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A2004-239E-9050-D85F-5D406FFBC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30F085-3AEA-9ACD-2383-0B288828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025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271EB8-3915-64EA-C600-8CDA407C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99A038-CB94-1A30-FE1F-9FB8AFDB4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E84B78-70FB-7C61-B23C-C14A4AA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51D96D-DD16-D041-07A8-95477D81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8CDFCE-45B0-0136-E291-FFD4625C2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90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4DE069-167A-6498-9EB4-8F6191E2A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5EB918-13C2-1586-C007-A03FE76D5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A7C667-70F1-CFE4-288E-5444A78C8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26C922-2A2C-2C37-3FA8-576B78BC7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575BE3-2563-EDDE-D777-471E9C95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934D8D-6AB4-5E36-715D-9DFD8338F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074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CB6B05-C6F7-C407-3495-68A2CAD86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F66987-4E15-0DF3-0EBD-89F9EE9AF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8730D29-D5C7-AB06-6269-DDD4B110D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E79EF22-DAFD-AF7C-5FDD-343241C11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53FDB5-A635-6948-CF22-0B23A2D75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8725C3A-C36D-0625-CFD2-08F2AD16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B5AA84A-4BF1-8C3A-4DC4-FBFD91C3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0AA3EB5-8266-CB73-F538-8349A1CED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979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EEBD15-B6C0-7BDE-4D05-6722501D5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62FD841-E7A2-016F-880A-131EE2C67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A6EA501-CBEF-7050-770B-56B4707B3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18B3312-7004-88CE-F23A-5657B742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8898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FD6A5CF-4245-4658-15D6-98DDB9D78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6A135F5-166C-C34F-E323-B63ABC966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8E7A99-1DC4-89E1-B182-D788D491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11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58DB1F-4399-C07A-EF52-86E565FF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43BC23-A8D1-F359-DFE3-3640C42BE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2A671B1-DF85-13CA-D58F-4D3E750E0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92ED3E-3157-CEBC-B500-DE37B9EE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09F865-783D-D5E4-7B5B-0490B599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0BE251-0DA8-4B16-7BF3-9DA323CF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288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0E3EC9-0A78-54AF-820C-49D228B3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6B4BF19-0CD4-5969-48C7-B70E0CE72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3EEC67-F413-0238-6901-32F7A9253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C854ED-B460-C7D8-8B06-90034A467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DF8099-F68A-C3EA-2025-6E294CAB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D34244-8C4E-45C7-0AAB-08BDDC7C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700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9E4F28-9B67-F8B6-E219-9F706D01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78156D-43DF-67A1-0268-7EA890D75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0BB7EB-7450-A5E1-0C86-150A71766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438FDB-3EAF-CC44-6F45-92944DFF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D7C52E-E1B7-19A6-12CA-F7D4EA4C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8004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803CF37-182E-5972-704D-72F955F58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966996A-4984-4F6C-2BA6-AEAD1A624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A3F180-B77B-CC5F-C693-C1170511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0475-6E87-4325-ABF1-AC12CCE34ADE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44F7E8-7CB1-6545-F250-900A2C8C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DBF20F-1D60-9A32-4644-4C86E598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DC79-DD16-49DC-AB40-EE42C27466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932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4F3DEF1-53BC-154A-E659-75DF2343C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3AFF92-001D-D21A-9B05-0FBEB6A84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0ADD12-FD33-E737-3425-7D3E1ECAA1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C0475-6E87-4325-ABF1-AC12CCE34ADE}" type="datetimeFigureOut">
              <a:rPr lang="fr-FR" smtClean="0"/>
              <a:t>29/03/2026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6FEA86-C32F-79D1-C4BF-6F1A56002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5D568F-60AA-9A94-18B7-2DAB85D03A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DEDC79-DD16-49DC-AB40-EE42C27466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317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4">
            <a:alphaModFix amt="70000"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DB99F58-3805-EA19-2A75-3438C50A0484}"/>
              </a:ext>
            </a:extLst>
          </p:cNvPr>
          <p:cNvSpPr txBox="1"/>
          <p:nvPr/>
        </p:nvSpPr>
        <p:spPr>
          <a:xfrm rot="19871694">
            <a:off x="2840740" y="3785719"/>
            <a:ext cx="793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Banque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DC5C2FC-5173-C4AE-2C32-B42FB6D0BC28}"/>
              </a:ext>
            </a:extLst>
          </p:cNvPr>
          <p:cNvSpPr txBox="1"/>
          <p:nvPr/>
        </p:nvSpPr>
        <p:spPr>
          <a:xfrm rot="19871694">
            <a:off x="1238204" y="4208731"/>
            <a:ext cx="1004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Salle des coffres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55F6F6D-0600-9068-66FC-E66E3E4B0E13}"/>
              </a:ext>
            </a:extLst>
          </p:cNvPr>
          <p:cNvSpPr txBox="1"/>
          <p:nvPr/>
        </p:nvSpPr>
        <p:spPr>
          <a:xfrm rot="19871694">
            <a:off x="1646637" y="4900627"/>
            <a:ext cx="1004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Salle des coffres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8DBBCCA-9643-73D9-0339-6C1CE4EDCA07}"/>
              </a:ext>
            </a:extLst>
          </p:cNvPr>
          <p:cNvSpPr txBox="1"/>
          <p:nvPr/>
        </p:nvSpPr>
        <p:spPr>
          <a:xfrm>
            <a:off x="2715315" y="5300222"/>
            <a:ext cx="1004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Salle des coffres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37A13C6-BC8C-08C1-96ED-AF2D32419801}"/>
              </a:ext>
            </a:extLst>
          </p:cNvPr>
          <p:cNvSpPr txBox="1"/>
          <p:nvPr/>
        </p:nvSpPr>
        <p:spPr>
          <a:xfrm rot="21329224">
            <a:off x="9378550" y="893624"/>
            <a:ext cx="22248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Bradley Hand ITC" panose="03070402050302030203" pitchFamily="66" charset="0"/>
              </a:rPr>
              <a:t>Codes des verrous des salles des coffres :</a:t>
            </a:r>
          </a:p>
          <a:p>
            <a:endParaRPr lang="fr-FR" sz="1400" b="1" dirty="0">
              <a:latin typeface="Bradley Hand ITC" panose="03070402050302030203" pitchFamily="66" charset="0"/>
            </a:endParaRPr>
          </a:p>
          <a:p>
            <a:endParaRPr lang="fr-FR" sz="1400" b="1" dirty="0">
              <a:latin typeface="Bradley Hand ITC" panose="03070402050302030203" pitchFamily="66" charset="0"/>
            </a:endParaRPr>
          </a:p>
          <a:p>
            <a:endParaRPr lang="fr-FR" sz="1400" b="1" dirty="0">
              <a:latin typeface="Bradley Hand ITC" panose="03070402050302030203" pitchFamily="66" charset="0"/>
            </a:endParaRPr>
          </a:p>
          <a:p>
            <a:endParaRPr lang="fr-FR" sz="1400" b="1" dirty="0">
              <a:latin typeface="Bradley Hand ITC" panose="03070402050302030203" pitchFamily="66" charset="0"/>
            </a:endParaRPr>
          </a:p>
          <a:p>
            <a:r>
              <a:rPr lang="fr-FR" sz="1400" b="1" dirty="0">
                <a:latin typeface="Bradley Hand ITC" panose="03070402050302030203" pitchFamily="66" charset="0"/>
              </a:rPr>
              <a:t>Bonne chance à vous…</a:t>
            </a:r>
          </a:p>
          <a:p>
            <a:endParaRPr lang="fr-FR" sz="1400" b="1" dirty="0">
              <a:latin typeface="Bradley Hand ITC" panose="03070402050302030203" pitchFamily="66" charset="0"/>
            </a:endParaRPr>
          </a:p>
          <a:p>
            <a:r>
              <a:rPr lang="fr-FR" sz="1400" b="1" dirty="0" err="1">
                <a:latin typeface="Bradley Hand ITC" panose="03070402050302030203" pitchFamily="66" charset="0"/>
              </a:rPr>
              <a:t>Edorian</a:t>
            </a:r>
            <a:endParaRPr lang="fr-FR" sz="1400" b="1" dirty="0">
              <a:latin typeface="Bradley Hand ITC" panose="03070402050302030203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</Words>
  <Application>Microsoft Office PowerPoint</Application>
  <PresentationFormat>Grand écran</PresentationFormat>
  <Paragraphs>12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Bradley Hand ITC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LEDREUX Christophe</dc:creator>
  <cp:lastModifiedBy>LEDREUX Christophe</cp:lastModifiedBy>
  <cp:revision>1</cp:revision>
  <dcterms:created xsi:type="dcterms:W3CDTF">2026-03-29T12:33:55Z</dcterms:created>
  <dcterms:modified xsi:type="dcterms:W3CDTF">2026-03-29T13:54:01Z</dcterms:modified>
</cp:coreProperties>
</file>